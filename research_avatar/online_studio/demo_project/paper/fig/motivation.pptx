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35808" cy="3035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91074"/>
            <a:ext cx="1517904" cy="27322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11827"/>
                </a:solidFill>
                <a:latin typeface="Arial"/>
              </a:rPr>
              <a:t>Prompt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517904" y="364296"/>
            <a:ext cx="0" cy="75896"/>
          </a:xfrm>
          <a:prstGeom prst="line">
            <a:avLst/>
          </a:prstGeom>
          <a:ln w="12700">
            <a:solidFill>
              <a:srgbClr val="37415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425013" y="440192"/>
            <a:ext cx="2185781" cy="3035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11827"/>
                </a:solidFill>
                <a:latin typeface="Arial"/>
              </a:rPr>
              <a:t>Which option is best?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7904" y="743772"/>
            <a:ext cx="0" cy="91075"/>
          </a:xfrm>
          <a:prstGeom prst="line">
            <a:avLst/>
          </a:prstGeom>
          <a:ln w="12700">
            <a:solidFill>
              <a:srgbClr val="374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43772" y="834847"/>
            <a:ext cx="1548263" cy="0"/>
          </a:xfrm>
          <a:prstGeom prst="line">
            <a:avLst/>
          </a:prstGeom>
          <a:ln w="12700">
            <a:solidFill>
              <a:srgbClr val="37415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43772" y="834847"/>
            <a:ext cx="0" cy="166969"/>
          </a:xfrm>
          <a:prstGeom prst="line">
            <a:avLst/>
          </a:prstGeom>
          <a:ln w="1270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292035" y="834847"/>
            <a:ext cx="0" cy="166969"/>
          </a:xfrm>
          <a:prstGeom prst="line">
            <a:avLst/>
          </a:prstGeom>
          <a:ln w="12700">
            <a:solidFill>
              <a:srgbClr val="EA580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33938" y="910742"/>
            <a:ext cx="819668" cy="546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82200" y="910742"/>
            <a:ext cx="819668" cy="5464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938" y="1032174"/>
            <a:ext cx="819668" cy="197327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E3A8A"/>
                </a:solidFill>
                <a:latin typeface="Arial"/>
              </a:rPr>
              <a:t>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938" y="1275039"/>
            <a:ext cx="819668" cy="197327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66534"/>
                </a:solidFill>
                <a:latin typeface="Arial"/>
              </a:rPr>
              <a:t>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938" y="1517904"/>
            <a:ext cx="819668" cy="19732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Arial"/>
              </a:rPr>
              <a:t>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938" y="1760768"/>
            <a:ext cx="819668" cy="19732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Arial"/>
              </a:rPr>
              <a:t>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82200" y="1032174"/>
            <a:ext cx="819668" cy="197327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66534"/>
                </a:solidFill>
                <a:latin typeface="Arial"/>
              </a:rPr>
              <a:t>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82200" y="1275039"/>
            <a:ext cx="819668" cy="19732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Arial"/>
              </a:rPr>
              <a:t>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82200" y="1517904"/>
            <a:ext cx="819668" cy="19732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Arial"/>
              </a:rPr>
              <a:t>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82200" y="1760768"/>
            <a:ext cx="819668" cy="19732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F2937"/>
                </a:solidFill>
                <a:latin typeface="Arial"/>
              </a:rPr>
              <a:t>C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3772" y="1958096"/>
            <a:ext cx="0" cy="121432"/>
          </a:xfrm>
          <a:prstGeom prst="line">
            <a:avLst/>
          </a:prstGeom>
          <a:ln w="12700">
            <a:solidFill>
              <a:srgbClr val="2563E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292035" y="1958096"/>
            <a:ext cx="0" cy="121432"/>
          </a:xfrm>
          <a:prstGeom prst="line">
            <a:avLst/>
          </a:prstGeom>
          <a:ln w="12700">
            <a:solidFill>
              <a:srgbClr val="EA580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55371" y="2094707"/>
            <a:ext cx="576803" cy="197327"/>
          </a:xfrm>
          <a:prstGeom prst="ellipse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66534"/>
                </a:solidFill>
                <a:latin typeface="Arial"/>
              </a:rPr>
              <a:t>B</a:t>
            </a:r>
          </a:p>
        </p:txBody>
      </p:sp>
      <p:sp>
        <p:nvSpPr>
          <p:cNvPr id="22" name="Oval 21"/>
          <p:cNvSpPr/>
          <p:nvPr/>
        </p:nvSpPr>
        <p:spPr>
          <a:xfrm>
            <a:off x="2003633" y="2094707"/>
            <a:ext cx="576803" cy="197327"/>
          </a:xfrm>
          <a:prstGeom prst="ellipse">
            <a:avLst/>
          </a:prstGeom>
          <a:solidFill>
            <a:srgbClr val="ECFDF5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66534"/>
                </a:solidFill>
                <a:latin typeface="Arial"/>
              </a:rPr>
              <a:t>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3772" y="2292035"/>
            <a:ext cx="0" cy="91074"/>
          </a:xfrm>
          <a:prstGeom prst="line">
            <a:avLst/>
          </a:prstGeom>
          <a:ln w="12700">
            <a:solidFill>
              <a:srgbClr val="16A3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292035" y="2292035"/>
            <a:ext cx="0" cy="91074"/>
          </a:xfrm>
          <a:prstGeom prst="line">
            <a:avLst/>
          </a:prstGeom>
          <a:ln w="12700">
            <a:solidFill>
              <a:srgbClr val="16A3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3772" y="2383109"/>
            <a:ext cx="409835" cy="151790"/>
          </a:xfrm>
          <a:prstGeom prst="line">
            <a:avLst/>
          </a:prstGeom>
          <a:ln w="12700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882200" y="2383109"/>
            <a:ext cx="409835" cy="151790"/>
          </a:xfrm>
          <a:prstGeom prst="line">
            <a:avLst/>
          </a:prstGeom>
          <a:ln w="12700">
            <a:solidFill>
              <a:srgbClr val="16A34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153607" y="2443825"/>
            <a:ext cx="728593" cy="212506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4532D"/>
                </a:solidFill>
                <a:latin typeface="Arial"/>
              </a:rPr>
              <a:t>Final: B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517904" y="2656332"/>
            <a:ext cx="0" cy="91074"/>
          </a:xfrm>
          <a:prstGeom prst="line">
            <a:avLst/>
          </a:prstGeom>
          <a:ln w="12700">
            <a:solidFill>
              <a:srgbClr val="15803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41100" y="2762585"/>
            <a:ext cx="1153607" cy="212506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4532D"/>
                </a:solidFill>
                <a:latin typeface="Arial"/>
              </a:rPr>
              <a:t>Takeaway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